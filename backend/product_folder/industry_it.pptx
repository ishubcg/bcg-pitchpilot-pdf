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42B3-91CC-D43E-657A-545F944D3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0BB78-F7D2-C594-7851-650D71936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931DA-D7E7-BB20-11AE-A6842E8D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F3A38-EF66-B4C7-D4A8-77531423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0B52-6878-EE95-4A9F-51803558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0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0508-0AD3-EF07-F533-74BFB42A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C9179-4E4A-9A9B-3644-282E3BEE5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B1F9F-1D8D-DB82-D2E4-9331742C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66147-6508-BA9F-AE2D-06BC7FBC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689A7-296B-D486-A614-50056B29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0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108A5-91F6-9C59-1DC3-B81DA1D4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B8CC4-ADF5-3C6A-9A2E-CF1B53CD7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ABEAB-BD38-7978-BCD8-B5A79994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46170-3260-F5E7-DE18-BFF3B551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EC190-1555-E9E7-60E0-2111FEAC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5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B498-ADD6-EF4D-8898-43E17F91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99A1D-A7CA-F56A-1D2C-5B454457F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30D77-1CCD-0545-9E64-31375C7E0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FD333-5AD7-76BE-CB44-2C3DCCC7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81849-B5F7-3127-61F1-31A10909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681FF-FB48-A29F-A266-BF792986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2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E31A-5F4E-9D43-DD86-F69B0FED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AF503-4B8A-1E64-E7C4-842E10CE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48882-5D5A-6A4F-72D0-F3D423BA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39569-9440-36F2-762F-A57F278DB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4C204-F11C-D766-C7BE-F35F91674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2B574-04AC-B7A7-5974-BC50B259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3A6A00-0478-14A2-8572-80BEA25E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9487D-911A-0AAD-225F-C85E4539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3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1D08-D3B7-5431-F488-F9B2AC02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F47EB-DBA9-A7E0-6039-3DEA83F3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B83860-0A29-738C-834B-4A287E1B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6B8F4-7F86-DF57-3BAC-F63C09940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1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06CCFB-40BA-947A-D32E-4EAA06B9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B61D2-BB3F-D01B-D067-BD279107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4D415-7BE8-8D87-A6A8-669D7D2E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A02F-F12E-698A-0684-C1B79CBB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28509-E566-9FBE-6676-5ABDA6DC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50EE1-7488-BD91-5BF4-822AF6E03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AD4F1-55D7-D7BD-AB33-35278064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AD11B-7A44-B1B9-3EBC-99FAA6D3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54B4A-67F9-D49D-C08B-5E868FF5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9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C0943-8F3A-BAEF-36B5-54469096A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723DF-3C7C-9299-3A30-61110A3A7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FB465-DD73-A492-FF33-76C4C9796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24B8B-3334-E019-2552-E1C48EBF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5A4E-E297-2824-E268-FAC14420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82089-7180-30E4-0E65-29D0CA0E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0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FFA2B-2A6C-500D-90BA-F103F786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A523A-CF0E-8AA2-2B41-8CACB829E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935C1-F780-760B-F8F4-4A3861DA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F2935-DCDE-D96C-93C6-149159C8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85751-336A-0349-1849-849D613A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3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40236F-B0F0-8D29-1E63-2F1CE133F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39214-95BB-0E36-F9C3-627463989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4B5A-1038-5BF4-8BAC-750A20BA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21CA9-0092-473D-02F8-FA085E6C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44AFE-55E2-A692-A27B-82EE8B7E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4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C54B3BB-0A2F-BA14-9E2E-B58B870EF3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349687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04" imgH="405" progId="TCLayout.ActiveDocument.1">
                  <p:embed/>
                </p:oleObj>
              </mc:Choice>
              <mc:Fallback>
                <p:oleObj name="think-cell Slide" r:id="rId1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BF211-1ACB-0FB3-A85B-02CF8F5A5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84F18-1433-BB7C-2AF6-A00BAC3A3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B2357-29B9-F079-C01A-AAB0FE8C8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C6C1C-4C23-F573-3D54-0FF1E7CC7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BCF6-85EC-C8A4-3C6C-50669DE30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0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596504A-F445-E133-B0CD-D381444985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95024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9CBDC41-E093-72CF-2C96-01C54DC67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IT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64308-F107-662B-DCDC-C3EB34BE4E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839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IT</vt:lpstr>
    </vt:vector>
  </TitlesOfParts>
  <Company>BCG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Mishra, Ishu Kumar</dc:creator>
  <cp:lastModifiedBy>Mishra, Ishu Kumar</cp:lastModifiedBy>
  <cp:revision>2</cp:revision>
  <dcterms:created xsi:type="dcterms:W3CDTF">2025-11-26T07:28:29Z</dcterms:created>
  <dcterms:modified xsi:type="dcterms:W3CDTF">2025-11-26T07:30:07Z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2025-11-26T07:28:44Z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9003a4f6-d3d9-4a3c-a51a-f2250ee6a503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10, 3, 0, 1</vt:lpwstr>
  </property>
</Properties>
</file>