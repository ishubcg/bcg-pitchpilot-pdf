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>
        <p:scale>
          <a:sx n="70" d="100"/>
          <a:sy n="70" d="100"/>
        </p:scale>
        <p:origin x="108" y="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C342B3-91CC-D43E-657A-545F944D3A3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910BB78-F7D2-C594-7851-650D71936F1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0B931DA-D7E7-BB20-11AE-A6842E8D5E2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E6A64D-3146-4AF8-837A-BDAB2CA372B3}" type="datetimeFigureOut">
              <a:rPr lang="en-US" smtClean="0"/>
              <a:t>11/26/2025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7BF3A38-EF66-B4C7-D4A8-775314237C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BC00B52-6878-EE95-4A9F-518035581F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473649-A162-4DFD-AAB2-01B215F0525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7510381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1840508-0AD3-EF07-F533-74BFB42AE2F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91C9179-4E4A-9A9B-3644-282E3BEE591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60B1F9F-1D8D-DB82-D2E4-9331742CF20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E6A64D-3146-4AF8-837A-BDAB2CA372B3}" type="datetimeFigureOut">
              <a:rPr lang="en-US" smtClean="0"/>
              <a:t>11/26/2025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6B66147-6508-BA9F-AE2D-06BC7FBCC72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E6689A7-296B-D486-A614-50056B296E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473649-A162-4DFD-AAB2-01B215F0525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2880918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03108A5-91F6-9C59-1DC3-B81DA1D403D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B6B8CC4-ADF5-3C6A-9A2E-CF1B53CD728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3FABEAB-BD38-7978-BCD8-B5A79994227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E6A64D-3146-4AF8-837A-BDAB2CA372B3}" type="datetimeFigureOut">
              <a:rPr lang="en-US" smtClean="0"/>
              <a:t>11/26/2025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EF46170-3260-F5E7-DE18-BFF3B551826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01EC190-1555-E9E7-60E0-2111FEAC00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473649-A162-4DFD-AAB2-01B215F0525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9195096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275B498-ADD6-EF4D-8898-43E17F917D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DE99A1D-A7CA-F56A-1D2C-5B454457F8D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6930D77-1CCD-0545-9E64-31375C7E0E2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7EFD333-5AD7-76BE-CB44-2C3DCCC7ACB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E6A64D-3146-4AF8-837A-BDAB2CA372B3}" type="datetimeFigureOut">
              <a:rPr lang="en-US" smtClean="0"/>
              <a:t>11/26/2025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0981849-B5F7-3127-61F1-31A10909293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F0681FF-FB48-A29F-A266-BF79298610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473649-A162-4DFD-AAB2-01B215F0525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522620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18DE31A-5F4E-9D43-DD86-F69B0FED63A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A3AF503-4B8A-1E64-E7C4-842E10CE751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AB48882-5D5A-6A4F-72D0-F3D423BA849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90639569-9440-36F2-762F-A57F278DBDD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1534C204-F11C-D766-C7BE-F35F9167452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F872B574-04AC-B7A7-5974-BC50B25923D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E6A64D-3146-4AF8-837A-BDAB2CA372B3}" type="datetimeFigureOut">
              <a:rPr lang="en-US" smtClean="0"/>
              <a:t>11/26/2025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A63A6A00-0478-14A2-8572-80BEA25E0D7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2579487D-911A-0AAD-225F-C85E4539EB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473649-A162-4DFD-AAB2-01B215F0525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503976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FC31D08-D3B7-5431-F488-F9B2AC022A9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C5F47EB-DBA9-A7E0-6039-3DEA83F3DBC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E6A64D-3146-4AF8-837A-BDAB2CA372B3}" type="datetimeFigureOut">
              <a:rPr lang="en-US" smtClean="0"/>
              <a:t>11/26/2025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BB83860-0A29-738C-834B-4A287E1B77B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156B8F4-7F86-DF57-3BAC-F63C099401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473649-A162-4DFD-AAB2-01B215F0525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6941929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5706CCFB-40BA-947A-D32E-4EAA06B94D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E6A64D-3146-4AF8-837A-BDAB2CA372B3}" type="datetimeFigureOut">
              <a:rPr lang="en-US" smtClean="0"/>
              <a:t>11/26/2025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857B61D2-BB3F-D01B-D067-BD279107B55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FA4D415-7BE8-8D87-A6A8-669D7D2E61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473649-A162-4DFD-AAB2-01B215F0525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594373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F57A02F-F12E-698A-0684-C1B79CBB053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2428509-E566-9FBE-6676-5ABDA6DC66A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CB50EE1-7488-BD91-5BF4-822AF6E032E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52AD4F1-55D7-D7BD-AB33-35278064BB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E6A64D-3146-4AF8-837A-BDAB2CA372B3}" type="datetimeFigureOut">
              <a:rPr lang="en-US" smtClean="0"/>
              <a:t>11/26/2025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93AD11B-7A44-B1B9-3EBC-99FAA6D35C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6E54B4A-67F9-D49D-C08B-5E868FF548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473649-A162-4DFD-AAB2-01B215F0525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6169314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42C0943-8F3A-BAEF-36B5-54469096A65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AC1723DF-3C7C-9299-3A30-61110A3A7EF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4DFB465-DD73-A492-FF33-76C4C9796C3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A924B8B-3334-E019-2552-E1C48EBF091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E6A64D-3146-4AF8-837A-BDAB2CA372B3}" type="datetimeFigureOut">
              <a:rPr lang="en-US" smtClean="0"/>
              <a:t>11/26/2025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5E55A4E-E297-2824-E268-FAC14420F29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0F82089-7180-30E4-0E65-29D0CA0E2C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473649-A162-4DFD-AAB2-01B215F0525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2790023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BFFA2B-2A6C-500D-90BA-F103F78678A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C4A523A-CF0E-8AA2-2B41-8CACB829E22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1B935C1-F780-760B-F8F4-4A3861DA691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E6A64D-3146-4AF8-837A-BDAB2CA372B3}" type="datetimeFigureOut">
              <a:rPr lang="en-US" smtClean="0"/>
              <a:t>11/26/2025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E8F2935-DCDE-D96C-93C6-149159C8478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4D85751-336A-0349-1849-849D613AD9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473649-A162-4DFD-AAB2-01B215F0525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5323372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8B40236F-B0F0-8D29-1E63-2F1CE133F04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2039214-95BB-0E36-F9C3-627463989C3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FFE4B5A-1038-5BF4-8BAC-750A20BA63D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E6A64D-3146-4AF8-837A-BDAB2CA372B3}" type="datetimeFigureOut">
              <a:rPr lang="en-US" smtClean="0"/>
              <a:t>11/26/2025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3D21CA9-0092-473D-02F8-FA085E6CF30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DD44AFE-55E2-A692-A27B-82EE8B7E05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473649-A162-4DFD-AAB2-01B215F0525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54226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ags" Target="../tags/tag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image" Target="../media/image1.emf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oleObject" Target="../embeddings/oleObject1.bin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8" name="think-cell data - do not delete" hidden="1">
            <a:extLst>
              <a:ext uri="{FF2B5EF4-FFF2-40B4-BE49-F238E27FC236}">
                <a16:creationId xmlns:a16="http://schemas.microsoft.com/office/drawing/2014/main" id="{AC54B3BB-0A2F-BA14-9E2E-B58B870EF3C2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3"/>
            </p:custDataLst>
            <p:extLst>
              <p:ext uri="{D42A27DB-BD31-4B8C-83A1-F6EECF244321}">
                <p14:modId xmlns:p14="http://schemas.microsoft.com/office/powerpoint/2010/main" val="3349687631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14" imgW="404" imgH="405" progId="TCLayout.ActiveDocument.1">
                  <p:embed/>
                </p:oleObj>
              </mc:Choice>
              <mc:Fallback>
                <p:oleObj name="think-cell Slide" r:id="rId14" imgW="404" imgH="405" progId="TCLayout.ActiveDocument.1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71CBF211-1ACB-0FB3-A85B-02CF8F5A560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6284F18-1433-BB7C-2AF6-A00BAC3A3BD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4BB2357-29B9-F079-C01A-AAB0FE8C86A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AE6A64D-3146-4AF8-837A-BDAB2CA372B3}" type="datetimeFigureOut">
              <a:rPr lang="en-US" smtClean="0"/>
              <a:t>11/26/2025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A3C6C1C-4C23-F573-3D54-0FF1E7CC7CD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4BFBCF6-85EC-C8A4-3C6C-50669DE30A5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7473649-A162-4DFD-AAB2-01B215F0525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600113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.bin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2.xml"/><Relationship Id="rId4" Type="http://schemas.openxmlformats.org/officeDocument/2006/relationships/image" Target="../media/image1.emf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think-cell data - do not delete" hidden="1">
            <a:extLst>
              <a:ext uri="{FF2B5EF4-FFF2-40B4-BE49-F238E27FC236}">
                <a16:creationId xmlns:a16="http://schemas.microsoft.com/office/drawing/2014/main" id="{5596504A-F445-E133-B0CD-D38144498515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800530695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404" imgH="405" progId="TCLayout.ActiveDocument.1">
                  <p:embed/>
                </p:oleObj>
              </mc:Choice>
              <mc:Fallback>
                <p:oleObj name="think-cell Slide" r:id="rId3" imgW="404" imgH="405" progId="TCLayout.ActiveDocument.1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Title 1">
            <a:extLst>
              <a:ext uri="{FF2B5EF4-FFF2-40B4-BE49-F238E27FC236}">
                <a16:creationId xmlns:a16="http://schemas.microsoft.com/office/drawing/2014/main" id="{19CBDC41-E093-72CF-2C96-01C54DC67E62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 vert="horz"/>
          <a:lstStyle/>
          <a:p>
            <a:r>
              <a:rPr lang="en-US"/>
              <a:t>Retail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A164308-F107-662B-DCDC-C3EB34BE4EA6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65583953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</Words>
  <Application>Microsoft Office PowerPoint</Application>
  <PresentationFormat>Widescreen</PresentationFormat>
  <Paragraphs>1</Paragraphs>
  <Slides>1</Slides>
  <Notes>0</Notes>
  <HiddenSlides>0</HiddenSlides>
  <MMClips>0</MMClips>
  <ScaleCrop>false</ScaleCrop>
  <HeadingPairs>
    <vt:vector size="8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6" baseType="lpstr">
      <vt:lpstr>Aptos</vt:lpstr>
      <vt:lpstr>Aptos Display</vt:lpstr>
      <vt:lpstr>Arial</vt:lpstr>
      <vt:lpstr>Office Theme</vt:lpstr>
      <vt:lpstr>think-cell Slide</vt:lpstr>
      <vt:lpstr>Retail</vt:lpstr>
    </vt:vector>
  </TitlesOfParts>
  <Company>BCG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Mishra, Ishu Kumar</dc:creator>
  <cp:lastModifiedBy>Mishra, Ishu Kumar</cp:lastModifiedBy>
  <cp:revision>2</cp:revision>
  <dcterms:created xsi:type="dcterms:W3CDTF">2025-11-26T07:28:29Z</dcterms:created>
  <dcterms:modified xsi:type="dcterms:W3CDTF">2025-11-26T07:30:33Z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b0d5c4f4-7a29-4385-b7a5-afbe2154ae6f_Enabled">
    <vt:lpwstr>true</vt:lpwstr>
  </property>
  <property fmtid="{D5CDD505-2E9C-101B-9397-08002B2CF9AE}" pid="3" name="MSIP_Label_b0d5c4f4-7a29-4385-b7a5-afbe2154ae6f_SetDate">
    <vt:lpwstr>2025-11-26T07:28:44Z</vt:lpwstr>
  </property>
  <property fmtid="{D5CDD505-2E9C-101B-9397-08002B2CF9AE}" pid="4" name="MSIP_Label_b0d5c4f4-7a29-4385-b7a5-afbe2154ae6f_Method">
    <vt:lpwstr>Standard</vt:lpwstr>
  </property>
  <property fmtid="{D5CDD505-2E9C-101B-9397-08002B2CF9AE}" pid="5" name="MSIP_Label_b0d5c4f4-7a29-4385-b7a5-afbe2154ae6f_Name">
    <vt:lpwstr>Confidential</vt:lpwstr>
  </property>
  <property fmtid="{D5CDD505-2E9C-101B-9397-08002B2CF9AE}" pid="6" name="MSIP_Label_b0d5c4f4-7a29-4385-b7a5-afbe2154ae6f_SiteId">
    <vt:lpwstr>2dfb2f0b-4d21-4268-9559-72926144c918</vt:lpwstr>
  </property>
  <property fmtid="{D5CDD505-2E9C-101B-9397-08002B2CF9AE}" pid="7" name="MSIP_Label_b0d5c4f4-7a29-4385-b7a5-afbe2154ae6f_ActionId">
    <vt:lpwstr>9003a4f6-d3d9-4a3c-a51a-f2250ee6a503</vt:lpwstr>
  </property>
  <property fmtid="{D5CDD505-2E9C-101B-9397-08002B2CF9AE}" pid="8" name="MSIP_Label_b0d5c4f4-7a29-4385-b7a5-afbe2154ae6f_ContentBits">
    <vt:lpwstr>0</vt:lpwstr>
  </property>
  <property fmtid="{D5CDD505-2E9C-101B-9397-08002B2CF9AE}" pid="9" name="MSIP_Label_b0d5c4f4-7a29-4385-b7a5-afbe2154ae6f_Tag">
    <vt:lpwstr>10, 3, 0, 1</vt:lpwstr>
  </property>
</Properties>
</file>